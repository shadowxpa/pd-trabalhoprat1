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FE2CD2-EA08-47DF-BB53-9FE6D80166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0499DC9-0964-45F1-BBE9-5781F384EE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85644A60-B641-46E0-B6A7-FD92DA6D5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06/12/2020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0BF23B48-87E5-45AB-B582-38DBA27C2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B6EDA25A-42F5-4CA4-9C90-F9030B177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35303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F48C6C-6A5D-41B7-AD9D-15071FF18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EF60022-DAF9-40C2-9B21-FA90B60539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7AC7DC86-9B93-4751-A30B-2370506DF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06/12/2020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D0C1D473-5FA6-4C2C-B02A-2A5420530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D1093B22-F394-4A84-BFF2-4868AB910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57668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6590BF-B3CE-4851-AB5E-379AC18EE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C11B086A-C255-449D-9D71-0339AE4914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354250AF-83D7-4C41-A706-10985A0A6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06/12/2020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3D7B1158-D775-4AD5-829C-9770A4D9F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09A5DDCE-B73D-46E3-B1A2-4402E46F6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041690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41F151-C8CE-49BD-BCA1-574E6F930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A238D9A-0F0C-463E-96E6-FEB4F5040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6BC579E7-B3B4-433A-98AF-ECF00E4C07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2020FCC3-2166-4B4E-93BA-FA90B24EF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06/12/2020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B6966ADF-3C38-494D-8DC9-D7545A4F19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D370D16F-E102-486D-B833-F3C8B8778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599066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61394A-62DB-4A80-93DB-04E377336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1359A3D1-DD18-4DD7-A0E5-9FAD5AEACA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5E52BD94-FE0D-4FC1-83EB-D9BC3F1195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E1A4E5DD-D41F-484A-8C49-4FB07EA546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F2F769CE-6FFE-46F7-8062-694C2BF78A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F952F4BA-035F-4DCE-8D0E-8D91B3286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06/12/2020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17BE43E2-24B8-4E26-AC9E-EDC8E4387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EE9994BD-9C91-4CBC-ADAC-8E31B4528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73194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C9375F-061F-4C5C-B316-10197A972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7289F54D-4860-4E78-BCE0-F65E99328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06/12/2020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DD58DD84-3510-4003-866E-D68071610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6B973038-4156-424E-B18D-5CAECAECE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23174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C9838B4A-C664-4C04-964D-3F6B6B38C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06/12/2020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CC13AC3D-4EE9-430E-BC19-A0B9F61F0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0D0B0672-F988-487B-9F29-817F55FD1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67828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76F1BC-B4E9-4B82-929C-6FE29B11F6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1AC192A-6848-4A5F-BA1A-AFC7F8B3D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89EAB9FA-6A9C-4EAD-B0E4-801CB2CBA7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98691847-3A87-45EB-906E-5B46DBB12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06/12/2020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727B502F-D541-4FA7-8099-6D9D11B0E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184E036D-7C7A-47C1-A656-2F92D3C7E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2565510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76C21E-6713-412C-9E17-194F5CDD3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223EEEDF-AF4A-40EC-A5E1-A1BAEC216B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0B81E45C-E9B6-4D9B-9FC2-C34F8815E4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7F034902-03BC-46D3-9CA9-9F49AD2DE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06/12/2020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35FCEB2C-6DAD-4D07-95FF-53FE86E65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BBE5D827-DDE1-4449-9826-BE21C7CC0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023857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6610FE-3EDD-4B12-BE53-E36B5304A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A9EF3E0F-0400-4908-B6F7-AD09EB3B44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2891E990-8338-46C6-A7CF-7FF0EE794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06/12/2020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BE561174-250E-4335-B688-8B8089B67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DB49864B-15CC-4B0C-91C6-5CCEEC7ED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25695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78499E5-5A15-4705-929D-EF8A5F9FF5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B7213D63-5C8B-4168-B2C9-6C81D412BC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B8864FDB-4531-489A-8741-F3B6510C9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06/12/2020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3A427A47-DAF9-405F-BA97-E39CFF453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6FE41037-AD09-4A39-872C-026331EDD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24824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3715644D-7638-472E-AC28-F623DE286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0F4787AC-666C-4770-91FC-2E21DC9E37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42617DB0-6A99-4A1D-A162-7EEAAB624B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13E98B-3435-411E-BF74-56304C5712BA}" type="datetimeFigureOut">
              <a:rPr lang="pt-PT" smtClean="0"/>
              <a:t>06/12/2020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34E9946B-716D-493D-BCAF-2BE4EEB0BA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C87C0324-5826-4AD1-9969-27DABFED5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79394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D9F0C6-63B5-4770-AF46-A8E7E6287D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FB85CE0-D16B-4667-A148-8E026B6B47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04823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388662-36CC-4392-A956-32E8D4D36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aspetos não especificados no enunciado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43BC0A49-397A-4478-B8F4-26B045E49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48474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27C9BF-FB38-4296-86C9-07FD2946D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tratamento de erros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DED65F5-843A-401B-8ED9-35E784B5AC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289700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73B415-B697-4402-A9AC-39FDCCD6E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pormenores de implementação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213F184F-28E2-42E5-AB92-C0181C3D0E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25998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3A07E0-0419-4307-AD87-E9220D507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diagrama de entidade relacionamento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292BE70E-092D-477C-958A-8954B8708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30908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28E7DB-E685-4054-B250-D7E946B11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Modelo físico das bases de dados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68AAE9F-C453-4C9B-8CA4-72F7EE0E1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34880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E75AB0-AD98-43AA-887B-31327E862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diagramas temporais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9811341B-D9F8-46BD-8D05-5691869FB3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66256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97BAEA-35F5-4BDF-B2F5-E92FCF1BD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manual de utilizador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64A6539-4485-4534-9F15-86BED41F8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0996505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26</Words>
  <Application>Microsoft Office PowerPoint</Application>
  <PresentationFormat>Ecrã Panorâmico</PresentationFormat>
  <Paragraphs>7</Paragraphs>
  <Slides>8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Tema do Office</vt:lpstr>
      <vt:lpstr>Apresentação do PowerPoint</vt:lpstr>
      <vt:lpstr>aspetos não especificados no enunciado</vt:lpstr>
      <vt:lpstr>tratamento de erros</vt:lpstr>
      <vt:lpstr>pormenores de implementação</vt:lpstr>
      <vt:lpstr>diagrama de entidade relacionamento</vt:lpstr>
      <vt:lpstr>Modelo físico das bases de dados</vt:lpstr>
      <vt:lpstr>diagramas temporais</vt:lpstr>
      <vt:lpstr>manual de utilizador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Leandro Adão Fidalgo</dc:creator>
  <cp:lastModifiedBy>Leandro Adão Fidalgo</cp:lastModifiedBy>
  <cp:revision>1</cp:revision>
  <dcterms:created xsi:type="dcterms:W3CDTF">2020-12-06T19:14:18Z</dcterms:created>
  <dcterms:modified xsi:type="dcterms:W3CDTF">2020-12-06T19:16:47Z</dcterms:modified>
</cp:coreProperties>
</file>